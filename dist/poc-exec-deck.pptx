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本次提報目的是取得 PoC 啟動核准，不是技術方案審查。
三個數字是全場重點：6 週、正線零改動、6 道 Gate。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若只講一頁，講這一頁。第 4 張卡片對應最後一頁的核准事項。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預期提問：那 UAT 還要做嗎？答：要，這是補強不是取代，已寫在頁尾。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完整選型比較（含 Envoy / Istio / Diffy 等）在 ADR-001，此處只列決策關鍵項。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若被問「會不會影響正線」，重點帶那句就是答案。資源佔用的實測是 W1 的 Gate 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這一頁是稽核與法遵最關心的內容。驗證證據會留存在檢核表 T-14。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這是本次提報最重要的一個「請求」，不只是報告時程。
務必當場確認 Gate 未過時的決策權責歸屬。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人月為概估，實際依端點數量調整。工具已完成，不列入開發工時。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第二項風險最容易被輕忽 —— 它的失敗模式是「看起來成功」。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項是最需要當場確認的 —— 沒有這個授權，Gate 機制只是紙上作業。
第 4 項用來管理期待，避免 PoC 被當成上線許可。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0020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新舊應用平行測試 PoC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02920" y="248716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以生產真實流量驗證新舊系統的功能等價性與性能容量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871216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舊應用（虛擬機）　↔　新應用（容器 / Kubernetes）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39776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4636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期程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零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1840" y="4636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正線程式改動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80760" y="39776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C9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道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080760" y="4636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 Gate 把關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59893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提報單位：應用架構　|　2026-07-25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61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一頁摘要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給決策者的三分鐘版本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932688"/>
          </a:xfrm>
          <a:prstGeom prst="roundRect">
            <a:avLst>
              <a:gd name="adj" fmla="val 4902"/>
            </a:avLst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58952" y="1810512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以生產真實流量離線驗證新應用，正線不做任何改動；分四階段推進，每階段設 Gate，未達標即停止並回報，不以商業時程壓力放行。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2549576" cy="2926080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" y="2834640"/>
            <a:ext cx="384048" cy="384048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0664" y="3346704"/>
            <a:ext cx="207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要解決什麼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0664" y="3712464"/>
            <a:ext cx="2074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新舊系統的行為差異，在測試環境用人工設計的案例往往測不出來。真實流量的邊界情境才是核心系統汰換的主要風險來源。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1680" y="2606040"/>
            <a:ext cx="2549576" cy="2926080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9424" y="2834640"/>
            <a:ext cx="384048" cy="384048"/>
          </a:xfrm>
          <a:prstGeom prst="ellipse">
            <a:avLst/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9424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9424" y="3346704"/>
            <a:ext cx="207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怎麼做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19424" y="3712464"/>
            <a:ext cx="2074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在舊系統上以唯讀方式側錄生產流量，遮蔽個資後於隔離環境重放至新系統，離線比對兩邊回應差異，並以倍率放大驗證容量。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0440" y="2606040"/>
            <a:ext cx="2549576" cy="2926080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8184" y="2834640"/>
            <a:ext cx="384048" cy="384048"/>
          </a:xfrm>
          <a:prstGeom prst="ellipse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8184" y="3346704"/>
            <a:ext cx="207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為什麼安全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8184" y="3712464"/>
            <a:ext cx="2074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正線流量路徑完全不變，回退僅需停止側錄程式。新系統連的是影子資料庫與模擬的外部系統，並以網路層阻斷作為最後防線。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39199" y="2606040"/>
            <a:ext cx="2549576" cy="2926080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76943" y="2834640"/>
            <a:ext cx="384048" cy="384048"/>
          </a:xfrm>
          <a:prstGeom prst="ellipse">
            <a:avLst/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6943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6943" y="3346704"/>
            <a:ext cx="2074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需要您核准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76943" y="3712464"/>
            <a:ext cx="2074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法遵送審（生產資料側錄）、人力與環境資源、以及授權「Gate 未過即停止」的決策機制。詳見最後一頁。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新舊應用平行測試 PoC　|　應用架構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401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61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為什麼既有的測試方式不夠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核心系統汰換的風險，多半不在「想得到的案例」裡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387188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1417320" cy="237744"/>
          </a:xfrm>
          <a:prstGeom prst="roundRect">
            <a:avLst>
              <a:gd name="adj" fmla="val 11538"/>
            </a:avLst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現況的盲點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2048256"/>
            <a:ext cx="4838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既有驗證方式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5528" y="2569464"/>
            <a:ext cx="128016" cy="128016"/>
          </a:xfrm>
          <a:prstGeom prst="ellipse">
            <a:avLst/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514600"/>
            <a:ext cx="456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案例來自人的想像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3272" y="2752344"/>
            <a:ext cx="456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與迴歸測試涵蓋的是「我們想得到」的情境。真實世界的資料組合遠比測試案例多樣。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" y="3346704"/>
            <a:ext cx="128016" cy="128016"/>
          </a:xfrm>
          <a:prstGeom prst="ellipse">
            <a:avLst/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291840"/>
            <a:ext cx="456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測試資料不等於生產資料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" y="3529584"/>
            <a:ext cx="456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歷史髒資料、早年版本留下的特殊值、跨系統的邊界狀態，測試環境通常沒有。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" y="4123944"/>
            <a:ext cx="128016" cy="128016"/>
          </a:xfrm>
          <a:prstGeom prst="ellipse">
            <a:avLst/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4069080"/>
            <a:ext cx="456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比對靠人工抽樣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" y="4306824"/>
            <a:ext cx="456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上線後靠人工對帳抽查，發現差異時交易已經完成，補救成本高。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" y="4901184"/>
            <a:ext cx="128016" cy="128016"/>
          </a:xfrm>
          <a:prstGeom prst="ellipse">
            <a:avLst/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846320"/>
            <a:ext cx="456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容量靠推估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5084064"/>
            <a:ext cx="456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壓測腳本的流量形狀與生產不同，尖峰時的真實瓶頸經常測不出來。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1588" y="1481328"/>
            <a:ext cx="5387188" cy="4160520"/>
          </a:xfrm>
          <a:prstGeom prst="roundRect">
            <a:avLst>
              <a:gd name="adj" fmla="val 1099"/>
            </a:avLst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75908" y="1719072"/>
            <a:ext cx="1417320" cy="237744"/>
          </a:xfrm>
          <a:prstGeom prst="roundRect">
            <a:avLst>
              <a:gd name="adj" fmla="val 11538"/>
            </a:avLst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5908" y="17190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平行測試補上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75908" y="2048256"/>
            <a:ext cx="4838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以真實流量驗證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94196" y="2569464"/>
            <a:ext cx="128016" cy="128016"/>
          </a:xfrm>
          <a:prstGeom prst="ellipse">
            <a:avLst/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1940" y="2514600"/>
            <a:ext cx="456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案例來自真實交易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31940" y="2752344"/>
            <a:ext cx="456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生產流量本身就是最完整的測試案例集合，涵蓋人想不到的組合。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94196" y="3346704"/>
            <a:ext cx="128016" cy="128016"/>
          </a:xfrm>
          <a:prstGeom prst="ellipse">
            <a:avLst/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1940" y="3291840"/>
            <a:ext cx="456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用生產資料驗證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1940" y="3529584"/>
            <a:ext cx="456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以正式庫的副本為基礎，髒資料與特殊值一併納入驗證。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94196" y="4123944"/>
            <a:ext cx="128016" cy="128016"/>
          </a:xfrm>
          <a:prstGeom prst="ellipse">
            <a:avLst/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1940" y="4069080"/>
            <a:ext cx="456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自動比對每一筆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31940" y="4306824"/>
            <a:ext cx="456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新舊回應逐筆比對，扣除合理噪音後量化為一致率，作為推進與否的客觀依據。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94196" y="4901184"/>
            <a:ext cx="128016" cy="128016"/>
          </a:xfrm>
          <a:prstGeom prst="ellipse">
            <a:avLst/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1940" y="4846320"/>
            <a:ext cx="4564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以真實流量放大驗容量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31940" y="5084064"/>
            <a:ext cx="456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把錄下來的流量放大 2 倍、5 倍重放，量出新系統的實際容量曲線與瓶頸。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577900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平行測試不取代 UAT，是補上 UAT 涵蓋不到的部分。兩者並行。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新舊應用平行測試 PoC　|　應用架構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401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61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方案選型：為何採「錄製重放」而非「即時鏡像」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兩者皆為業界成熟做法，差別在對正線的風險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206240" cy="512064"/>
          </a:xfrm>
          <a:prstGeom prst="rect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81328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評估項目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481328"/>
            <a:ext cx="3520440" cy="512064"/>
          </a:xfrm>
          <a:prstGeom prst="rect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3752" y="1481328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錄製重放（採用）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0" y="1481328"/>
            <a:ext cx="3456432" cy="512064"/>
          </a:xfrm>
          <a:prstGeom prst="rect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1481328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即時鏡像（備案）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99339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對正線的改動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993392"/>
            <a:ext cx="3520440" cy="512064"/>
          </a:xfrm>
          <a:prstGeom prst="rect">
            <a:avLst/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993392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無，唯讀側錄網路封包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993392"/>
            <a:ext cx="345643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993392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須在流量路徑插入閘道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505456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505456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新增故障點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505456"/>
            <a:ext cx="3520440" cy="512064"/>
          </a:xfrm>
          <a:prstGeom prst="rect">
            <a:avLst/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05456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2505456"/>
            <a:ext cx="345643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2505456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有，閘道本身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017520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017520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回退方式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3520440" cy="512064"/>
          </a:xfrm>
          <a:prstGeom prst="rect">
            <a:avLst/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017520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停止側錄程式，立即生效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3017520"/>
            <a:ext cx="345643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017520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調整設定並重載，約 30 秒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529584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529584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能否放大流量驗容量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3529584"/>
            <a:ext cx="3520440" cy="512064"/>
          </a:xfrm>
          <a:prstGeom prst="rect">
            <a:avLst/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529584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可放大 2x / 5x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3529584"/>
            <a:ext cx="345643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4192" y="3529584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不可，僅能複製 1 倍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404164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041648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差異發現時效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09160" y="4041648"/>
            <a:ext cx="3520440" cy="512064"/>
          </a:xfrm>
          <a:prstGeom prst="rect">
            <a:avLst/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4041648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分鐘至小時級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29600" y="4041648"/>
            <a:ext cx="345643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94192" y="4041648"/>
            <a:ext cx="3127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秒級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4873752"/>
            <a:ext cx="11185855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77240" y="5093208"/>
            <a:ext cx="914400" cy="237744"/>
          </a:xfrm>
          <a:prstGeom prst="roundRect">
            <a:avLst>
              <a:gd name="adj" fmla="val 11538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093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決策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828800" y="5056632"/>
            <a:ext cx="9539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採錄製重放為主方案，即時鏡像列為備案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828800" y="5404104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決定性因素是「正線零改動」與「可放大倍率」。容量驗證只能走錄製重放 —— 即時鏡像無法產生超過 1 倍的負載。唯一代價是差異回饋較慢，對 PoC 而言可接受。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新舊應用平行測試 PoC　|　應用架構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401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61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運作方式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四個階段，正線流量路徑完全不變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254203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755648"/>
            <a:ext cx="384048" cy="384048"/>
          </a:xfrm>
          <a:prstGeom prst="ellipse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6152" y="17556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側錄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0664" y="230428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舊應用（虛擬機）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" y="268833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唯讀監聽網卡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" y="307238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取樣 5% 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81528" y="2542032"/>
            <a:ext cx="266090" cy="274320"/>
          </a:xfrm>
          <a:prstGeom prst="rightArrow">
            <a:avLst/>
          </a:prstGeom>
          <a:solidFill>
            <a:srgbClr val="D0E2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4194" y="1536192"/>
            <a:ext cx="254203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3650" y="1755648"/>
            <a:ext cx="384048" cy="384048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365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97426" y="17556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遮蔽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21938" y="230428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帳號、身分證、卡號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21938" y="268833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一致性雜湊處理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21938" y="307238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法遵核准後始執行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62802" y="2542032"/>
            <a:ext cx="266090" cy="274320"/>
          </a:xfrm>
          <a:prstGeom prst="rightArrow">
            <a:avLst/>
          </a:prstGeom>
          <a:solidFill>
            <a:srgbClr val="D0E2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5469" y="1536192"/>
            <a:ext cx="254203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84925" y="1755648"/>
            <a:ext cx="384048" cy="384048"/>
          </a:xfrm>
          <a:prstGeom prst="ellipse">
            <a:avLst/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4925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78701" y="17556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重放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3213" y="230428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新應用（容器）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03213" y="268833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影子資料庫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03213" y="307238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外部系統以模擬取代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44077" y="2542032"/>
            <a:ext cx="266090" cy="274320"/>
          </a:xfrm>
          <a:prstGeom prst="rightArrow">
            <a:avLst/>
          </a:prstGeom>
          <a:solidFill>
            <a:srgbClr val="D0E2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6743" y="1536192"/>
            <a:ext cx="254203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66199" y="1755648"/>
            <a:ext cx="384048" cy="384048"/>
          </a:xfrm>
          <a:prstGeom prst="ellipse">
            <a:avLst/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66199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59975" y="17556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比對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384487" y="230428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逐筆比對回應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84487" y="2688336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扣除合理噪音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84487" y="3072384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產出一致率與 Gate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041648"/>
            <a:ext cx="11185855" cy="786384"/>
          </a:xfrm>
          <a:prstGeom prst="roundRect">
            <a:avLst>
              <a:gd name="adj" fmla="val 5814"/>
            </a:avLst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40416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正線只多了一個唯讀的側錄程式。它不介入流量、不改變回應、不新增故障點；要停止時直接關掉即可。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5029200"/>
            <a:ext cx="541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側錄程式的資源佔用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5285232"/>
            <a:ext cx="541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上線前先在壓測環境實測，確認正線回應時間增幅低於 2% 才可於生產啟用。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78728" y="5029200"/>
            <a:ext cx="541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新舊環境不同的處理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78728" y="5285232"/>
            <a:ext cx="541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舊系統在虛擬機、新系統在容器，兩者資源模型不同，性能以應用內部計時為準，不直接比端到端時間。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新舊應用平行測試 PoC　|　應用架構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401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61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最高風險：影子交易外洩到正式環境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若隔離失效，後果是重複記帳、重複扣款、重複發送通知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48477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92224"/>
            <a:ext cx="384048" cy="384048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71016" y="1792224"/>
            <a:ext cx="2478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應用層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" y="228600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新系統自我約束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596896"/>
            <a:ext cx="29727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新應用辨識到影子流量標記後進入「唯讀演練」模式：不發送通知、不呼叫外部收單清算、交易不寫入主檔。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3458" y="1536192"/>
            <a:ext cx="348477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9490" y="1792224"/>
            <a:ext cx="384048" cy="384048"/>
          </a:xfrm>
          <a:prstGeom prst="ellipse">
            <a:avLst/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949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1554" y="1792224"/>
            <a:ext cx="2478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資源層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9490" y="228600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連的不是正式資源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9490" y="2596896"/>
            <a:ext cx="29727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新應用連的是影子資料庫（正式庫副本），外部系統一律以模擬服務取代，訊息佇列走獨立主題。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03997" y="1536192"/>
            <a:ext cx="348477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60029" y="1792224"/>
            <a:ext cx="384048" cy="384048"/>
          </a:xfrm>
          <a:prstGeom prst="ellipse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0029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72093" y="1792224"/>
            <a:ext cx="2478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網路層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60029" y="2286000"/>
            <a:ext cx="2972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最後一道防線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60029" y="2596896"/>
            <a:ext cx="29727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以網路政策封鎖新應用對外連線，僅開放隔離環境內部。即使前兩層設定有誤，連線也會直接被拒絕。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370832"/>
            <a:ext cx="11185855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608576"/>
            <a:ext cx="1234440" cy="237744"/>
          </a:xfrm>
          <a:prstGeom prst="roundRect">
            <a:avLst>
              <a:gd name="adj" fmla="val 11538"/>
            </a:avLst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6085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關鍵原則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48840" y="4553712"/>
            <a:ext cx="92656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三層都要有，而且三層都要實際驗證過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48840" y="4901184"/>
            <a:ext cx="9265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只靠應用層自我約束是不夠的 —— 設定錯誤或程式分支遺漏時毫無徵兆。網路層阻斷會讓錯誤「立即失敗」而非靜默寫入。此項列為第一週的 Gate 阻擋事項，須在新系統內實際嘗試連線正式資料庫並確認被拒絕，留存證據後方可進入下一階段。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新舊應用平行測試 PoC　|　應用架構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401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61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六週期程與階段把關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每一週設一道 Gate，未達標即停在該階段，不往下推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742389" cy="457200"/>
          </a:xfrm>
          <a:prstGeom prst="roundRect">
            <a:avLst>
              <a:gd name="adj" fmla="val 8000"/>
            </a:avLst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36192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48256"/>
            <a:ext cx="1742389" cy="196596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194560"/>
            <a:ext cx="15229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環境建置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761488"/>
            <a:ext cx="1193749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834640"/>
            <a:ext cx="1522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054096"/>
            <a:ext cx="15595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連通性驗證通過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隔離已實證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1613" y="1536192"/>
            <a:ext cx="1742389" cy="457200"/>
          </a:xfrm>
          <a:prstGeom prst="roundRect">
            <a:avLst>
              <a:gd name="adj" fmla="val 8000"/>
            </a:avLst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1613" y="1536192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91613" y="2048256"/>
            <a:ext cx="1742389" cy="196596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01341" y="2194560"/>
            <a:ext cx="15229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噪音基線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65933" y="2761488"/>
            <a:ext cx="1193749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1341" y="2834640"/>
            <a:ext cx="1522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83053" y="3054096"/>
            <a:ext cx="15595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誤判率 &lt; 1%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80306" y="1536192"/>
            <a:ext cx="1742389" cy="457200"/>
          </a:xfrm>
          <a:prstGeom prst="roundRect">
            <a:avLst>
              <a:gd name="adj" fmla="val 8000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80306" y="1536192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80306" y="2048256"/>
            <a:ext cx="1742389" cy="196596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90034" y="2194560"/>
            <a:ext cx="15229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唯讀查詢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54626" y="2761488"/>
            <a:ext cx="1193749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0034" y="2834640"/>
            <a:ext cx="1522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71746" y="3054096"/>
            <a:ext cx="15595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一致率 ≥ 99.9%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正線影響 &lt; 2%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9000" y="1536192"/>
            <a:ext cx="1742389" cy="457200"/>
          </a:xfrm>
          <a:prstGeom prst="roundRect">
            <a:avLst>
              <a:gd name="adj" fmla="val 8000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9000" y="1536192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69000" y="2048256"/>
            <a:ext cx="1742389" cy="196596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78728" y="2194560"/>
            <a:ext cx="15229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非核心寫入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43320" y="2761488"/>
            <a:ext cx="1193749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8728" y="2834640"/>
            <a:ext cx="1522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0440" y="3054096"/>
            <a:ext cx="15595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一致率 ≥ 99.95%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57693" y="1536192"/>
            <a:ext cx="1742389" cy="457200"/>
          </a:xfrm>
          <a:prstGeom prst="roundRect">
            <a:avLst>
              <a:gd name="adj" fmla="val 8000"/>
            </a:avLst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7693" y="1536192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057693" y="2048256"/>
            <a:ext cx="1742389" cy="196596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167421" y="2194560"/>
            <a:ext cx="15229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核心交易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332013" y="2761488"/>
            <a:ext cx="1193749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67421" y="2834640"/>
            <a:ext cx="1522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49133" y="3054096"/>
            <a:ext cx="15595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一致率 = 100%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946386" y="1536192"/>
            <a:ext cx="1742389" cy="457200"/>
          </a:xfrm>
          <a:prstGeom prst="roundRect">
            <a:avLst>
              <a:gd name="adj" fmla="val 8000"/>
            </a:avLst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46386" y="1536192"/>
            <a:ext cx="1742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W6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946386" y="2048256"/>
            <a:ext cx="1742389" cy="1965960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056114" y="2194560"/>
            <a:ext cx="15229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性能驗證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0220706" y="2761488"/>
            <a:ext cx="1193749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6114" y="2834640"/>
            <a:ext cx="15229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37826" y="3054096"/>
            <a:ext cx="15595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容量達標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無資源節流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279392"/>
            <a:ext cx="11185855" cy="1417320"/>
          </a:xfrm>
          <a:prstGeom prst="roundRect">
            <a:avLst>
              <a:gd name="adj" fmla="val 3226"/>
            </a:avLst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77240" y="4517136"/>
            <a:ext cx="1417320" cy="237744"/>
          </a:xfrm>
          <a:prstGeom prst="roundRect">
            <a:avLst>
              <a:gd name="adj" fmla="val 11538"/>
            </a:avLst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45171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需要授權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331720" y="4462272"/>
            <a:ext cx="9082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未過即停止，不因時程壓力放行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2331720" y="4809744"/>
            <a:ext cx="9082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此機制的價值完全取決於是否被確實執行。若某階段一致率未達標卻仍推進，後續所有結論都失去意義。特別是核心交易階段要求 100% 一致 —— 此處不接受「差異可接受」的判斷，只接受「差異已釐清且已修正」。六週為順利情形下的期程；任一 Gate 未過會延長，請以此為預期。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新舊應用平行測試 PoC　|　應用架構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401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61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資源需求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六週期程下的人力與環境投入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6537960" cy="42062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007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人力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94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應用架構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77440" y="2249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人月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方案設計、比對規則審定、Gate 判定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798064"/>
            <a:ext cx="598932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52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平台維運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0" y="2852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人月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0906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環境建置、影子資料庫、網路隔離設定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401568"/>
            <a:ext cx="598932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56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新應用開發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3456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人月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6941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演練模式實作、差異修正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005072"/>
            <a:ext cx="598932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599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44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人月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42976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執行、人工抽樣複核、報告產出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608576"/>
            <a:ext cx="598932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63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資安 / 法遵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7744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 人月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490118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資料側錄審查、遮蔽規則確認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2852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合計約 3.2 人月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1481328"/>
            <a:ext cx="4373575" cy="2148840"/>
          </a:xfrm>
          <a:prstGeom prst="roundRect">
            <a:avLst>
              <a:gd name="adj" fmla="val 2128"/>
            </a:avLst>
          </a:prstGeom>
          <a:solidFill>
            <a:srgbClr val="E5F6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1682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環境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589520" y="2084832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影子資料庫（正式庫規格對等）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2404872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新應用容器環境（2 節點，與舊系統規格對等）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2724912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外部系統模擬服務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3044952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2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錄製檔儲存（估 180 MB／小時，加密）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3767328"/>
            <a:ext cx="4373575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sx="100000" sy="100000" kx="0" ky="0" algn="bl" rotWithShape="0" blurRad="101600" dist="12700" dir="5400000">
              <a:srgbClr val="0C2D4F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89520" y="39502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D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既有可沿用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589520" y="4334256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 Kubernetes 叢集（另建隔離命名空間）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4654296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現有日誌與監控平台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4974336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比對工具與腳本已完成並通過測試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89520" y="5294376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無須採購商用軟體授權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新舊應用平行測試 PoC　|　應用架構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401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61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主要風險與緩解措施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依影響程度排序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914400" cy="402336"/>
          </a:xfrm>
          <a:prstGeom prst="rect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48132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等級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17320" y="1481328"/>
            <a:ext cx="3429000" cy="402336"/>
          </a:xfrm>
          <a:prstGeom prst="rect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5336" y="1481328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481328"/>
            <a:ext cx="2880360" cy="402336"/>
          </a:xfrm>
          <a:prstGeom prst="rect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74336" y="1481328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26680" y="1481328"/>
            <a:ext cx="3962095" cy="402336"/>
          </a:xfrm>
          <a:prstGeom prst="rect">
            <a:avLst/>
          </a:prstGeom>
          <a:solidFill>
            <a:srgbClr val="0C2D4F"/>
          </a:solidFill>
          <a:ln w="12700">
            <a:solidFill>
              <a:srgbClr val="0C2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54696" y="1481328"/>
            <a:ext cx="37060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緩解措施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883664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1883664"/>
            <a:ext cx="3429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883664"/>
            <a:ext cx="2880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1883664"/>
            <a:ext cx="39620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2157984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15798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45336" y="1883664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影子交易外洩至正式環境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74336" y="1883664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重複記帳、重複扣款、重複發送通知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54696" y="1883664"/>
            <a:ext cx="37060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應用層演練模式 + 影子資料庫 + 網路層阻斷，三層皆須實證（W1 Gate）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2660904"/>
            <a:ext cx="91440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7320" y="2660904"/>
            <a:ext cx="342900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660904"/>
            <a:ext cx="288036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2660904"/>
            <a:ext cx="3962095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" y="2935224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293522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45336" y="2660904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比對規則過度寬鬆，真實缺陷被掩蓋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74336" y="2660904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表面通過但實際未驗證到，最難事後發現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54696" y="2660904"/>
            <a:ext cx="37060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忽略規則逐條簽核，金額與狀態欄位一律不得自動忽略；每階段人工抽樣複核 30 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438144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17320" y="3438144"/>
            <a:ext cx="3429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438144"/>
            <a:ext cx="2880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3438144"/>
            <a:ext cx="39620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" y="3712464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371246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545336" y="3438144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側錄的生產資料含個資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74336" y="3438144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法遵與個資保護違規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854696" y="3438144"/>
            <a:ext cx="37060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法遵事前書面核准；離開正線主機前強制遮蔽；目錄加密並設定保留天數自動清除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4215384"/>
            <a:ext cx="91440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17320" y="4215384"/>
            <a:ext cx="342900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4215384"/>
            <a:ext cx="288036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26680" y="4215384"/>
            <a:ext cx="3962095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" y="4489704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" y="44897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545336" y="4215384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側錄程式佔用正線資源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74336" y="4215384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正線回應時間變慢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854696" y="4215384"/>
            <a:ext cx="37060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壓測環境先行實測；取樣率由 5% 起；正線影響超過 2% 即不啟用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4992624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17320" y="4992624"/>
            <a:ext cx="3429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4992624"/>
            <a:ext cx="2880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26680" y="4992624"/>
            <a:ext cx="396209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9224" y="5266944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" y="526694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545336" y="4992624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誤判新系統性能不足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974336" y="4992624"/>
            <a:ext cx="262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錯誤結論導致不必要的重工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854696" y="4992624"/>
            <a:ext cx="37060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以應用內部計時為準；資源規格對齊；先排除容器資源節流因素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2920" y="58978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完整風險清單共 8 項，含回退機制與責任分工，詳見 PoC 規劃書第 10 節。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292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新舊應用平行測試 PoC　|　應用架構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1401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需要決策的四件事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以下事項核准後即可啟動第一週作業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1737360"/>
          </a:xfrm>
          <a:prstGeom prst="roundRect">
            <a:avLst>
              <a:gd name="adj" fmla="val 2632"/>
            </a:avLst>
          </a:prstGeom>
          <a:solidFill>
            <a:srgbClr val="0E2841"/>
          </a:solidFill>
          <a:ln w="12700">
            <a:solidFill>
              <a:srgbClr val="1739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07592" y="1965960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核准 PoC 啟動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78024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六週期程、3.2 人月投入、隔離環境建置。任一 Gate 未過將延長，屆時另行提報。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410048" cy="1737360"/>
          </a:xfrm>
          <a:prstGeom prst="roundRect">
            <a:avLst>
              <a:gd name="adj" fmla="val 2632"/>
            </a:avLst>
          </a:prstGeom>
          <a:solidFill>
            <a:srgbClr val="0E2841"/>
          </a:solidFill>
          <a:ln w="12700">
            <a:solidFill>
              <a:srgbClr val="173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3048" y="1965960"/>
            <a:ext cx="384048" cy="384048"/>
          </a:xfrm>
          <a:prstGeom prst="ellipse">
            <a:avLst/>
          </a:prstGeom>
          <a:solidFill>
            <a:srgbClr val="009C97"/>
          </a:solidFill>
          <a:ln w="12700">
            <a:solidFill>
              <a:srgbClr val="009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3400" y="1965960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核准法遵送審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53048" y="2478024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側錄生產流量涉及個資，需法遵書面核准資料側錄、遮蔽方式與保留天數。此為第一週的阻擋事項。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5410048" cy="1737360"/>
          </a:xfrm>
          <a:prstGeom prst="roundRect">
            <a:avLst>
              <a:gd name="adj" fmla="val 2632"/>
            </a:avLst>
          </a:prstGeom>
          <a:solidFill>
            <a:srgbClr val="0E2841"/>
          </a:solidFill>
          <a:ln w="12700">
            <a:solidFill>
              <a:srgbClr val="173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31920"/>
            <a:ext cx="384048" cy="384048"/>
          </a:xfrm>
          <a:prstGeom prst="ellipse">
            <a:avLst/>
          </a:prstGeom>
          <a:solidFill>
            <a:srgbClr val="F4693D"/>
          </a:solidFill>
          <a:ln w="12700">
            <a:solidFill>
              <a:srgbClr val="F469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07592" y="3931920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授權 Gate 停止機制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443984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確認「Gate 未達標即停止推進」的權責歸屬，並確認不因時程壓力放行。核心交易階段要求 100% 一致。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3657600"/>
            <a:ext cx="5410048" cy="1737360"/>
          </a:xfrm>
          <a:prstGeom prst="roundRect">
            <a:avLst>
              <a:gd name="adj" fmla="val 2632"/>
            </a:avLst>
          </a:prstGeom>
          <a:solidFill>
            <a:srgbClr val="0E2841"/>
          </a:solidFill>
          <a:ln w="12700">
            <a:solidFill>
              <a:srgbClr val="1739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3048" y="3931920"/>
            <a:ext cx="384048" cy="384048"/>
          </a:xfrm>
          <a:prstGeom prst="ellipse">
            <a:avLst/>
          </a:prstGeom>
          <a:solidFill>
            <a:srgbClr val="D0E2FF"/>
          </a:solidFill>
          <a:ln w="12700">
            <a:solidFill>
              <a:srgbClr val="D0E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304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3400" y="3931920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確認驗收標準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53048" y="4443984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0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確認本 PoC 的產出是「已驗證範圍內的一致性證據」，切換上線決策另需納入營運、法遵與災備演練。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後續文件：PoC 規劃書、32 項工作檢核表、7 份架構決策紀錄（ADR）、可執行腳本與比對工具（已完成並通過測試）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新舊應用平行測試 PoC</dc:title>
  <dc:subject>PptxGenJS Presentation</dc:subject>
  <dc:creator>應用架構</dc:creator>
  <cp:lastModifiedBy>應用架構</cp:lastModifiedBy>
  <cp:revision>1</cp:revision>
  <dcterms:created xsi:type="dcterms:W3CDTF">2026-07-25T08:56:36Z</dcterms:created>
  <dcterms:modified xsi:type="dcterms:W3CDTF">2026-07-25T08:56:36Z</dcterms:modified>
</cp:coreProperties>
</file>